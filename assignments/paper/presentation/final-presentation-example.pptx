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381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Arial"/>
              </a:rPr>
              <a:t>SOC 106 ·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22222"/>
                </a:solidFill>
                <a:latin typeface="Arial"/>
              </a:rPr>
              <a:t>Does Parental Education Shape
Children's Educational Attainment?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99999"/>
                </a:solidFill>
                <a:latin typeface="Arial"/>
              </a:rPr>
              <a:t>Alex Rivera  ·  May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Arial"/>
              </a:rPr>
              <a:t>Motivation &amp;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Arial"/>
              </a:rPr>
              <a:t>Slide 1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14630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Education is the primary mechanism through which socioeconomic advantage is passed across generations. We know parental SES matters — but do mothers and fathers matter equally? And equally for sons and daughters?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RESEARCH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53949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472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Does parental education predict children's educational attainment, and does this relationship differ by the gender of the parent and the child?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THEORY / PRIOR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17720"/>
            <a:ext cx="53949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2744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Status attainment theory (Blau &amp; Duncan 1967) vs. gender-socialization theory (Ridgeway 2011) — children may model same-gender parents more strongly.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HYPOTHESES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H₀ (Null hypothesis)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83080"/>
            <a:ext cx="521208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9280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No differential effect of parent gender — parental education predicts equally regardless of which parent or child gender.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H₁ — Patriarchal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063240"/>
            <a:ext cx="521208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17296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Father's education predicts children's attainment more strongly than mother's, regardless of child gender — reflecting traditional male-breadwinner stratification.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H₂ — Gender-Matching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480560"/>
            <a:ext cx="521208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59028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Parental influence is gender-matched: father's education matters more for sons, mother's for daughters. Expected direction: positive interaction between parent and child gender.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960120"/>
            <a:ext cx="12700" cy="5394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Arial"/>
              </a:rPr>
              <a:t>Data, Variables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Arial"/>
              </a:rPr>
              <a:t>Slide 2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291840" cy="13716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Source: General Social Survey (GSS), attain subset
Sample: U.S. adults; n ≈ 1,517 with complete cases
Unit of analysis: Individual respondent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3291840" cy="2331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55848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Model: OLS regression with interaction term
educ ~ paeduc + maeduc + sex_f
  + paeduc×sex_f + maeduc×sex_f + age + race_f
Why OLS? Outcome is continuous (0–20 yrs); interaction terms directly test H₂.
Data prep: Listwise deletion for missing parental education. Race recoded to White / Non-white.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KEY 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7406640" cy="1905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63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9A7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9A7"/>
                </a:solidFill>
                <a:latin typeface="Arial"/>
              </a:rPr>
              <a:t>Variable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9A7"/>
                </a:solidFill>
                <a:latin typeface="Arial"/>
              </a:rPr>
              <a:t>Measurement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783080"/>
            <a:ext cx="7406640" cy="63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50719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Outcome (DV)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50719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educ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5071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Years of education, 0–20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83463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834639"/>
            <a:ext cx="740664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910839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Key predictor (IV)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10839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paeduc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1083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Father's years of education, 0–20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79475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870959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Key predictor (IV)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70959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maeduc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87095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Mother's years of education, 0–20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75487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754879"/>
            <a:ext cx="740664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831079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Moderator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31079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sex_f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3107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Male / Female (ref = Male)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71499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5791199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791199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age, race_f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79119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Arial"/>
              </a:rPr>
              <a:t>Age in years; White / Non-white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6675119"/>
            <a:ext cx="740664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3360" y="960120"/>
            <a:ext cx="12700" cy="5394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Arial"/>
              </a:rPr>
              <a:t>Results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99"/>
                </a:solidFill>
                <a:latin typeface="Arial"/>
              </a:rPr>
              <a:t>Slide 3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MAIN FIGURE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67512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79A7"/>
                </a:solidFill>
                <a:latin typeface="Arial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H₀ rejected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737360"/>
            <a:ext cx="425196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847088"/>
            <a:ext cx="3977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Arial"/>
              </a:rPr>
              <a:t>Parental gender does matter — effects are not symmetric across parents.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1460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H₁ not supported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4251960" cy="868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2944368"/>
            <a:ext cx="3977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Arial"/>
              </a:rPr>
              <a:t>Father's education is not uniformly stronger — it predicts significantly more for sons (β = 0.44) than daughters (β = 0.29).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794760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H₂ partially supported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114800"/>
            <a:ext cx="4251960" cy="8686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4224528"/>
            <a:ext cx="3977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Arial"/>
              </a:rPr>
              <a:t>Gender-matched pattern holds: mother's educ stronger for daughters (β = 0.41 vs. 0.24 for sons). All differences p &lt; .001.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960120"/>
            <a:ext cx="12700" cy="4023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074920"/>
            <a:ext cx="1106424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663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79A7"/>
                </a:solidFill>
                <a:latin typeface="Arial"/>
              </a:rPr>
              <a:t>MAIN TAKEAWAY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400"/>
            <a:ext cx="3520440" cy="11430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596128"/>
            <a:ext cx="3246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Arial"/>
              </a:rPr>
              <a:t>Same-gender parents are stronger educational role models — consistent with gender-socialization theory.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51663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79A7"/>
                </a:solidFill>
                <a:latin typeface="Arial"/>
              </a:rPr>
              <a:t>LIMITATIONS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5486400"/>
            <a:ext cx="3520440" cy="11430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596128"/>
            <a:ext cx="3246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Arial"/>
              </a:rPr>
              <a:t>Cross-sectional data; no causal claim. Missing parental education may be non-random and likely underestimates effects.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16636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79A7"/>
                </a:solidFill>
                <a:latin typeface="Arial"/>
              </a:rPr>
              <a:t>QUESTION FOR CLASS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5486400"/>
            <a:ext cx="3886200" cy="11430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39" y="5596128"/>
            <a:ext cx="3611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Arial"/>
              </a:rPr>
              <a:t>Should I run separate models by gender rather than one interaction model?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